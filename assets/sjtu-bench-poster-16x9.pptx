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4" d="100"/>
          <a:sy n="44" d="100"/>
        </p:scale>
        <p:origin x="27" y="39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332720" y="-1371600"/>
            <a:ext cx="3931920" cy="3931920"/>
          </a:xfrm>
          <a:prstGeom prst="ellipse">
            <a:avLst/>
          </a:prstGeom>
          <a:solidFill>
            <a:srgbClr val="0F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155680" y="4114800"/>
            <a:ext cx="2468880" cy="2468880"/>
          </a:xfrm>
          <a:prstGeom prst="ellipse">
            <a:avLst/>
          </a:prstGeom>
          <a:solidFill>
            <a:srgbClr val="1A2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4852852"/>
            <a:ext cx="1188720" cy="1188720"/>
          </a:xfrm>
          <a:prstGeom prst="ellipse">
            <a:avLst/>
          </a:prstGeom>
          <a:solidFill>
            <a:srgbClr val="2A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42831"/>
            <a:ext cx="5509522" cy="1015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600" b="1" dirty="0">
                <a:solidFill>
                  <a:srgbClr val="F8FAFC"/>
                </a:solidFill>
                <a:latin typeface="Microsoft YaHei"/>
                <a:ea typeface="Microsoft YaHei"/>
              </a:rPr>
              <a:t>SJTU-</a:t>
            </a:r>
            <a:r>
              <a:rPr sz="6600" b="1" dirty="0">
                <a:solidFill>
                  <a:srgbClr val="22D3EE"/>
                </a:solidFill>
                <a:latin typeface="Microsoft YaHei"/>
                <a:ea typeface="Microsoft YaHei"/>
              </a:rPr>
              <a:t>BENCH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560141"/>
            <a:ext cx="5326779" cy="61555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000" b="1" dirty="0">
                <a:solidFill>
                  <a:srgbClr val="22D3EE"/>
                </a:solidFill>
                <a:latin typeface="Microsoft YaHei"/>
                <a:ea typeface="Microsoft YaHei"/>
              </a:rPr>
              <a:t>AI </a:t>
            </a:r>
            <a:r>
              <a:rPr sz="40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帮你掌握校园的一切</a:t>
            </a:r>
            <a:endParaRPr sz="4000" b="1" dirty="0">
              <a:solidFill>
                <a:srgbClr val="F8FAFC"/>
              </a:solidFill>
              <a:latin typeface="Microsoft YaHei"/>
              <a:ea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072384"/>
            <a:ext cx="6629400" cy="713232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2680498"/>
            <a:ext cx="822960" cy="713232"/>
          </a:xfrm>
          <a:prstGeom prst="roundRect">
            <a:avLst>
              <a:gd name="adj" fmla="val 10000"/>
            </a:avLst>
          </a:prstGeom>
          <a:solidFill>
            <a:srgbClr val="A3E6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85423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08514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查课表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通知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水源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交我办</a:t>
            </a:r>
            <a:endParaRPr sz="2400" b="1" dirty="0">
              <a:solidFill>
                <a:srgbClr val="F8FAFC"/>
              </a:solidFill>
              <a:latin typeface="Microsoft YaHei"/>
              <a:ea typeface="Microsoft YaHe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6629400" cy="713232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540034"/>
            <a:ext cx="822960" cy="713232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71377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668049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DDL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公众号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邮箱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活动</a:t>
            </a:r>
            <a:endParaRPr sz="2400" b="1" dirty="0">
              <a:solidFill>
                <a:srgbClr val="F8FAFC"/>
              </a:solidFill>
              <a:latin typeface="Microsoft YaHe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4791456"/>
            <a:ext cx="6629400" cy="713232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" y="4399570"/>
            <a:ext cx="822960" cy="713232"/>
          </a:xfrm>
          <a:prstGeom prst="roundRect">
            <a:avLst>
              <a:gd name="adj" fmla="val 1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57330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527586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政务流程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云盘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报销（只预填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50992"/>
            <a:ext cx="6629400" cy="713232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5259106"/>
            <a:ext cx="822960" cy="713232"/>
          </a:xfrm>
          <a:prstGeom prst="roundRect">
            <a:avLst>
              <a:gd name="adj" fmla="val 10000"/>
            </a:avLst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43284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220"/>
                </a:solidFill>
                <a:latin typeface="Microsoft YaHei"/>
                <a:ea typeface="Microsoft YaHei"/>
              </a:rPr>
              <a:t>L4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387121"/>
            <a:ext cx="539496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每日简报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工作流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你的</a:t>
            </a:r>
            <a:r>
              <a:rPr sz="2400" b="1" dirty="0">
                <a:solidFill>
                  <a:srgbClr val="F8FAFC"/>
                </a:solidFill>
                <a:latin typeface="Microsoft YaHei"/>
                <a:ea typeface="Microsoft YaHei"/>
              </a:rPr>
              <a:t> Agent </a:t>
            </a:r>
            <a:r>
              <a:rPr sz="24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方案</a:t>
            </a:r>
            <a:endParaRPr sz="2400" b="1" dirty="0">
              <a:solidFill>
                <a:srgbClr val="F8FAFC"/>
              </a:solidFill>
              <a:latin typeface="Microsoft YaHei"/>
              <a:ea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726679" y="1234440"/>
            <a:ext cx="3886200" cy="5074920"/>
          </a:xfrm>
          <a:prstGeom prst="roundRect">
            <a:avLst>
              <a:gd name="adj" fmla="val 10000"/>
            </a:avLst>
          </a:prstGeom>
          <a:solidFill>
            <a:srgbClr val="12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1332412"/>
            <a:ext cx="3520440" cy="1088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3200" b="1" dirty="0">
                <a:solidFill>
                  <a:srgbClr val="F8FAFC"/>
                </a:solidFill>
                <a:latin typeface="Microsoft YaHei"/>
                <a:ea typeface="Microsoft YaHei"/>
              </a:rPr>
              <a:t>发送</a:t>
            </a:r>
            <a:r>
              <a:rPr sz="3200" b="1" dirty="0">
                <a:solidFill>
                  <a:srgbClr val="F8FAFC"/>
                </a:solidFill>
                <a:latin typeface="Microsoft YaHei"/>
                <a:ea typeface="Microsoft YaHei"/>
              </a:rPr>
              <a:t>“</a:t>
            </a:r>
            <a:r>
              <a:rPr sz="32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我要试一试</a:t>
            </a:r>
            <a:r>
              <a:rPr sz="3200" b="1" dirty="0">
                <a:solidFill>
                  <a:srgbClr val="F8FAFC"/>
                </a:solidFill>
                <a:latin typeface="Microsoft YaHei"/>
                <a:ea typeface="Microsoft YaHei"/>
              </a:rPr>
              <a:t>
</a:t>
            </a:r>
            <a:r>
              <a:rPr sz="3200" b="1" dirty="0" err="1">
                <a:solidFill>
                  <a:srgbClr val="F8FAFC"/>
                </a:solidFill>
                <a:latin typeface="Microsoft YaHei"/>
                <a:ea typeface="Microsoft YaHei"/>
              </a:rPr>
              <a:t>sjtubench</a:t>
            </a:r>
            <a:r>
              <a:rPr sz="3200" b="1" dirty="0">
                <a:solidFill>
                  <a:srgbClr val="F8FAFC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704012"/>
            <a:ext cx="3429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dirty="0" err="1">
                <a:solidFill>
                  <a:schemeClr val="bg1"/>
                </a:solidFill>
                <a:latin typeface="Microsoft YaHei"/>
                <a:ea typeface="Microsoft YaHei"/>
              </a:rPr>
              <a:t>登录一下</a:t>
            </a:r>
            <a:r>
              <a:rPr sz="2400" b="1" dirty="0">
                <a:solidFill>
                  <a:schemeClr val="bg1"/>
                </a:solidFill>
                <a:latin typeface="Microsoft YaHei"/>
                <a:ea typeface="Microsoft YaHei"/>
              </a:rPr>
              <a:t> </a:t>
            </a:r>
            <a:r>
              <a:rPr sz="2400" b="1" dirty="0" err="1">
                <a:solidFill>
                  <a:schemeClr val="bg1"/>
                </a:solidFill>
                <a:latin typeface="Microsoft YaHei"/>
                <a:ea typeface="Microsoft YaHei"/>
              </a:rPr>
              <a:t>jAccount</a:t>
            </a:r>
            <a:endParaRPr sz="2400" b="1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5279" y="3142924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2D3EE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728140"/>
            <a:ext cx="36118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8FAFC"/>
                </a:solidFill>
                <a:latin typeface="Microsoft YaHei"/>
                <a:ea typeface="Microsoft YaHei"/>
              </a:rPr>
              <a:t>AI 能帮我省多少时间？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291764"/>
            <a:ext cx="36118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dirty="0" err="1">
                <a:solidFill>
                  <a:srgbClr val="22D3EE"/>
                </a:solidFill>
                <a:latin typeface="Microsoft YaHei"/>
                <a:ea typeface="Microsoft YaHei"/>
              </a:rPr>
              <a:t>一切隐私信息严格保存在本地</a:t>
            </a:r>
            <a:endParaRPr sz="2000" b="1" dirty="0">
              <a:solidFill>
                <a:srgbClr val="22D3EE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</a:rPr>
              <a:t>github.com/zhenghong-li/sjtu-bench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616958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dirty="0" err="1">
                <a:solidFill>
                  <a:srgbClr val="94A3B8"/>
                </a:solidFill>
                <a:latin typeface="Microsoft YaHei"/>
                <a:ea typeface="Microsoft YaHei"/>
              </a:rPr>
              <a:t>娱乐向</a:t>
            </a:r>
            <a:r>
              <a:rPr sz="1050" b="0" dirty="0">
                <a:solidFill>
                  <a:srgbClr val="94A3B8"/>
                </a:solidFill>
                <a:latin typeface="Microsoft YaHei"/>
                <a:ea typeface="Microsoft YaHei"/>
              </a:rPr>
              <a:t> · </a:t>
            </a:r>
            <a:r>
              <a:rPr sz="1050" b="0" dirty="0" err="1">
                <a:solidFill>
                  <a:srgbClr val="94A3B8"/>
                </a:solidFill>
                <a:latin typeface="Microsoft YaHei"/>
                <a:ea typeface="Microsoft YaHei"/>
              </a:rPr>
              <a:t>非官方</a:t>
            </a:r>
            <a:r>
              <a:rPr sz="1050" b="0" dirty="0">
                <a:solidFill>
                  <a:srgbClr val="94A3B8"/>
                </a:solidFill>
                <a:latin typeface="Microsoft YaHei"/>
                <a:ea typeface="Microsoft YaHei"/>
              </a:rPr>
              <a:t> ·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政宏 李</cp:lastModifiedBy>
  <cp:revision>2</cp:revision>
  <dcterms:created xsi:type="dcterms:W3CDTF">2013-01-27T09:14:16Z</dcterms:created>
  <dcterms:modified xsi:type="dcterms:W3CDTF">2026-10-19T08:10:32Z</dcterms:modified>
  <cp:category/>
</cp:coreProperties>
</file>